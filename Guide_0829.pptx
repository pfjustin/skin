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1" r:id="rId4"/>
    <p:sldId id="263" r:id="rId5"/>
    <p:sldId id="262" r:id="rId6"/>
    <p:sldId id="260" r:id="rId7"/>
    <p:sldId id="257" r:id="rId8"/>
    <p:sldId id="259" r:id="rId9"/>
    <p:sldId id="258" r:id="rId10"/>
    <p:sldId id="264" r:id="rId11"/>
    <p:sldId id="266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1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8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4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8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6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3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4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9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12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3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4D626-3A33-48B1-985A-202D5E6D730F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28488-3397-43F1-BD31-6B5BA41F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6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ustin_huang@perfectcorp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PFJustin/Ski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release/python-3913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Skincare Tool Guide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Justin_huang@perfectcorp.com</a:t>
            </a:r>
            <a:endParaRPr lang="en-US" dirty="0" smtClean="0"/>
          </a:p>
          <a:p>
            <a:r>
              <a:rPr lang="en-US" dirty="0" smtClean="0"/>
              <a:t>8/29/2022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93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Main steps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Python 3.9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libraries with pip3 command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Launch the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41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Install Python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 to </a:t>
            </a:r>
            <a:r>
              <a:rPr lang="en-US" dirty="0" smtClean="0">
                <a:hlinkClick r:id="rId2"/>
              </a:rPr>
              <a:t>https://github.com/PFJustin/Skin</a:t>
            </a:r>
            <a:endParaRPr lang="en-US" dirty="0" smtClean="0"/>
          </a:p>
          <a:p>
            <a:r>
              <a:rPr lang="en-US" dirty="0" smtClean="0"/>
              <a:t>Click on “Code” – “Download ZIP”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997" y="2720764"/>
            <a:ext cx="2425844" cy="205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1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Install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Unzip Python.zip from </a:t>
            </a:r>
            <a:r>
              <a:rPr lang="en-US" dirty="0" err="1" smtClean="0"/>
              <a:t>Pre_Install</a:t>
            </a:r>
            <a:r>
              <a:rPr lang="en-US" dirty="0" smtClean="0"/>
              <a:t> folder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P</a:t>
            </a:r>
            <a:r>
              <a:rPr lang="en-US" altLang="zh-CN" dirty="0" smtClean="0"/>
              <a:t>ython.exe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Make sure to tick both boxes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00" y="3255601"/>
            <a:ext cx="5600000" cy="33142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6741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 Install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Download .</a:t>
            </a:r>
            <a:r>
              <a:rPr lang="en-US" dirty="0" err="1" smtClean="0"/>
              <a:t>pkg</a:t>
            </a:r>
            <a:r>
              <a:rPr lang="en-US" dirty="0" smtClean="0"/>
              <a:t> install file from below url: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Install downloaded file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https://www.python.org/downloads/release/python-3913/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4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Install lib (Win)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1: Open terminal</a:t>
            </a:r>
          </a:p>
          <a:p>
            <a:pPr marL="0" indent="0">
              <a:buNone/>
            </a:pPr>
            <a:r>
              <a:rPr lang="en-US" dirty="0" smtClean="0"/>
              <a:t>2: type ‘</a:t>
            </a:r>
            <a:r>
              <a:rPr lang="en-US" dirty="0" err="1" smtClean="0"/>
              <a:t>cmd</a:t>
            </a:r>
            <a:r>
              <a:rPr lang="en-US" dirty="0" smtClean="0"/>
              <a:t>’ and hit enter key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3: Type code(next page) one by one. After you see ‘Successfully…’ Then you can input the others.</a:t>
            </a:r>
          </a:p>
          <a:p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74" y="1825625"/>
            <a:ext cx="1043113" cy="38793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489" y="2788568"/>
            <a:ext cx="3361266" cy="10329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636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below – pip3 install …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pip3 install PyQt5</a:t>
            </a:r>
          </a:p>
          <a:p>
            <a:r>
              <a:rPr lang="en-US" dirty="0" smtClean="0"/>
              <a:t>pip3 install requests</a:t>
            </a:r>
          </a:p>
          <a:p>
            <a:r>
              <a:rPr lang="en-US" dirty="0" smtClean="0"/>
              <a:t>pip3 install </a:t>
            </a:r>
            <a:r>
              <a:rPr lang="en-US" dirty="0" err="1" smtClean="0"/>
              <a:t>jsbeautifier</a:t>
            </a:r>
            <a:endParaRPr lang="en-US" dirty="0" smtClean="0"/>
          </a:p>
          <a:p>
            <a:r>
              <a:rPr lang="en-US" dirty="0" smtClean="0"/>
              <a:t>pip3 install python-</a:t>
            </a:r>
            <a:r>
              <a:rPr lang="en-US" dirty="0" err="1" smtClean="0"/>
              <a:t>qnotifications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Example:</a:t>
            </a:r>
            <a:endParaRPr lang="en-US" dirty="0" smtClean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88" y="5242904"/>
            <a:ext cx="5841078" cy="14602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6911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– Install lib (Mac)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‘Terminal’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Type code(next page) one by one. After you see ‘Successfully…’ Then you can input the others.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51" y="2240608"/>
            <a:ext cx="3314286" cy="12380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7072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below</a:t>
            </a:r>
            <a:r>
              <a:rPr lang="en-US" dirty="0" smtClean="0"/>
              <a:t> – pip3 install…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pip3 install PyQt5</a:t>
            </a:r>
          </a:p>
          <a:p>
            <a:r>
              <a:rPr lang="en-US" dirty="0" smtClean="0"/>
              <a:t>pip3 install requests</a:t>
            </a:r>
          </a:p>
          <a:p>
            <a:r>
              <a:rPr lang="en-US" dirty="0" smtClean="0"/>
              <a:t>pip3 install </a:t>
            </a:r>
            <a:r>
              <a:rPr lang="en-US" dirty="0" err="1" smtClean="0"/>
              <a:t>jsbeautifier</a:t>
            </a:r>
            <a:endParaRPr lang="en-US" dirty="0" smtClean="0"/>
          </a:p>
          <a:p>
            <a:r>
              <a:rPr lang="en-US" dirty="0" smtClean="0"/>
              <a:t>pip3 install python-</a:t>
            </a:r>
            <a:r>
              <a:rPr lang="en-US" dirty="0" err="1" smtClean="0"/>
              <a:t>qnotifications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64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3 - Launch (</a:t>
            </a:r>
            <a:r>
              <a:rPr lang="en-US" dirty="0" smtClean="0"/>
              <a:t>Windows)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 1 (Faster)</a:t>
            </a:r>
          </a:p>
          <a:p>
            <a:pPr marL="0" indent="0">
              <a:buNone/>
            </a:pPr>
            <a:r>
              <a:rPr lang="en-US" dirty="0" smtClean="0"/>
              <a:t>Double click on ‘mian.py’</a:t>
            </a:r>
          </a:p>
          <a:p>
            <a:r>
              <a:rPr lang="en-US" dirty="0" smtClean="0"/>
              <a:t>Method 2 (Recommend)</a:t>
            </a:r>
          </a:p>
          <a:p>
            <a:pPr marL="0" indent="0">
              <a:buNone/>
            </a:pPr>
            <a:r>
              <a:rPr lang="en-US" dirty="0" smtClean="0"/>
              <a:t>See next page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6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2 - Running with debug window</a:t>
            </a:r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821" y="3539071"/>
            <a:ext cx="2247619" cy="140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0605" y="1953882"/>
            <a:ext cx="2053810" cy="29851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846" y="4253357"/>
            <a:ext cx="2504762" cy="6857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字方塊 6"/>
          <p:cNvSpPr txBox="1"/>
          <p:nvPr/>
        </p:nvSpPr>
        <p:spPr>
          <a:xfrm>
            <a:off x="474453" y="4939071"/>
            <a:ext cx="26138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1:</a:t>
            </a:r>
          </a:p>
          <a:p>
            <a:r>
              <a:rPr lang="en-US" dirty="0" smtClean="0"/>
              <a:t>Search and start up ‘IDLE’</a:t>
            </a:r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597574" y="4939071"/>
            <a:ext cx="188882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2:</a:t>
            </a:r>
          </a:p>
          <a:p>
            <a:r>
              <a:rPr lang="en-US" dirty="0" smtClean="0"/>
              <a:t>Open main.py file</a:t>
            </a:r>
            <a:endParaRPr 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736830" y="4939071"/>
            <a:ext cx="219679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3:</a:t>
            </a:r>
          </a:p>
          <a:p>
            <a:r>
              <a:rPr lang="en-US" dirty="0" smtClean="0"/>
              <a:t>Click on Run Module</a:t>
            </a:r>
            <a:endParaRPr 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70605" y="6143894"/>
            <a:ext cx="845262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If app crashed for unknown reason, please provide the log from IDLE Shell.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6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3 - </a:t>
            </a:r>
            <a:r>
              <a:rPr lang="en-US" dirty="0" smtClean="0"/>
              <a:t>Launch (Mac)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 1 (Faster)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Right click on main.py, click on Open With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 Python Launcher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Method 2 (Recommend)</a:t>
            </a:r>
          </a:p>
          <a:p>
            <a:pPr marL="0" indent="0">
              <a:buNone/>
            </a:pPr>
            <a:r>
              <a:rPr lang="en-US" dirty="0" smtClean="0"/>
              <a:t>See next page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62" y="3238030"/>
            <a:ext cx="3714286" cy="11238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37271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2 - Running with debug window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Double click main.py. By default should opens up with IDLE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Follow the step 2 from page 10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If you have other IDE installed, such as </a:t>
            </a:r>
            <a:r>
              <a:rPr lang="en-US" dirty="0" err="1" smtClean="0"/>
              <a:t>Xcode</a:t>
            </a:r>
            <a:r>
              <a:rPr lang="en-US" dirty="0" smtClean="0"/>
              <a:t>. Do the following: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Right click on main.py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 Open With – IDLE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Follow the step 2 from page 10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78" y="4393566"/>
            <a:ext cx="3819048" cy="400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38200" y="5807631"/>
            <a:ext cx="845262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If app crashed for unknown reason, please provide the log from IDLE Shell.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04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359</Words>
  <Application>Microsoft Office PowerPoint</Application>
  <PresentationFormat>寬螢幕</PresentationFormat>
  <Paragraphs>80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新細明體</vt:lpstr>
      <vt:lpstr>等线</vt:lpstr>
      <vt:lpstr>Arial</vt:lpstr>
      <vt:lpstr>Calibri</vt:lpstr>
      <vt:lpstr>Calibri Light</vt:lpstr>
      <vt:lpstr>Office 佈景主題</vt:lpstr>
      <vt:lpstr>Skincare Tool Guide</vt:lpstr>
      <vt:lpstr>3 Main steps</vt:lpstr>
      <vt:lpstr>Step 1: Install Python</vt:lpstr>
      <vt:lpstr>Windows Install</vt:lpstr>
      <vt:lpstr>Mac Install</vt:lpstr>
      <vt:lpstr>Step 2 – Install lib (Win)</vt:lpstr>
      <vt:lpstr>Input below – pip3 install …</vt:lpstr>
      <vt:lpstr>Step 2 – Install lib (Mac)</vt:lpstr>
      <vt:lpstr>Input below – pip3 install…</vt:lpstr>
      <vt:lpstr>Step 3 - Launch (Windows)</vt:lpstr>
      <vt:lpstr>Method 2 - Running with debug window</vt:lpstr>
      <vt:lpstr>Step 3 - Launch (Mac)</vt:lpstr>
      <vt:lpstr>Method 2 - Running with debug window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Justin Huang</dc:creator>
  <cp:lastModifiedBy>Justin Huang</cp:lastModifiedBy>
  <cp:revision>23</cp:revision>
  <dcterms:created xsi:type="dcterms:W3CDTF">2022-08-30T06:18:08Z</dcterms:created>
  <dcterms:modified xsi:type="dcterms:W3CDTF">2022-08-30T09:08:14Z</dcterms:modified>
</cp:coreProperties>
</file>